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9" r:id="rId9"/>
    <p:sldId id="260" r:id="rId10"/>
    <p:sldId id="261" r:id="rId11"/>
    <p:sldId id="262" r:id="rId12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f573c99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.jp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.jp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.jp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Anime Quiz Portal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32">
                <a:solidFill>
                  <a:schemeClr val="lt1"/>
                </a:solidFill>
              </a:rPr>
              <a:t>Anant Dhoundiyal | 150096725170 | B.Tech CSE 2025-29 | Semester II</a:t>
            </a:r>
            <a:endParaRPr b="1" sz="832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Problem Statement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Our Solution — Anime Quiz Portal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Working — Technical Implementation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Product Building &amp; Pricing Strategy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000"/>
              <a:t>Note: Slides (excluding Thank-you and Introduction slide) should not be more than 4.</a:t>
            </a:r>
            <a:endParaRPr sz="1000"/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68" name="Google Shape;68;p1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Problem Statement</a:t>
            </a:r>
          </a:p>
        </p:txBody>
      </p:sp>
      <p:sp>
        <p:nvSpPr>
          <p:cNvPr id="72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GB" sz="1400"/>
              <a:t>Anime fans actively engage with trivia content, yet most quiz platforms lack:</a:t>
            </a:r>
          </a:p>
          <a:p>
            <a:pPr indent="-342900" lvl="0" marL="457200" rtl="0" algn="l">
              <a:spcBef>
                <a:spcPts val="200"/>
              </a:spcBef>
              <a:spcAft>
                <a:spcPts val="200"/>
              </a:spcAft>
              <a:buSzPts val="1400"/>
              <a:buAutoNum type="arabicPeriod"/>
            </a:pPr>
            <a:r>
              <a:rPr lang="en-GB" sz="1400"/>
              <a:t>Structured difficulty levels and category-based quiz organization</a:t>
            </a:r>
          </a:p>
          <a:p>
            <a:pPr indent="-342900" lvl="0" marL="457200" rtl="0" algn="l">
              <a:spcBef>
                <a:spcPts val="200"/>
              </a:spcBef>
              <a:spcAft>
                <a:spcPts val="200"/>
              </a:spcAft>
              <a:buSzPts val="1400"/>
              <a:buAutoNum type="arabicPeriod"/>
            </a:pPr>
            <a:r>
              <a:rPr lang="en-GB" sz="1400"/>
              <a:t>Competitive ranking systems and persistent leaderboards</a:t>
            </a:r>
          </a:p>
          <a:p>
            <a:pPr indent="-342900" lvl="0" marL="457200" rtl="0" algn="l">
              <a:spcBef>
                <a:spcPts val="200"/>
              </a:spcBef>
              <a:spcAft>
                <a:spcPts val="200"/>
              </a:spcAft>
              <a:buSzPts val="1400"/>
              <a:buAutoNum type="arabicPeriod"/>
            </a:pPr>
            <a:r>
              <a:rPr lang="en-GB" sz="1400"/>
              <a:t>Themed categories tailored to specific anime series</a:t>
            </a:r>
          </a:p>
          <a:p>
            <a:pPr indent="-342900" lvl="0" marL="457200" rtl="0" algn="l">
              <a:spcBef>
                <a:spcPts val="200"/>
              </a:spcBef>
              <a:spcAft>
                <a:spcPts val="200"/>
              </a:spcAft>
              <a:buSzPts val="1400"/>
              <a:buAutoNum type="arabicPeriod"/>
            </a:pPr>
            <a:r>
              <a:rPr lang="en-GB" sz="1400"/>
              <a:t>Open-ended questions to test deep knowledge beyond multiple-choice</a:t>
            </a: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1400" b="1">
                <a:solidFill>
                  <a:srgbClr val="A81B50"/>
                </a:solidFill>
              </a:rPr>
              <a:t xml:space="preserve">Objective: </a:t>
            </a:r>
            <a:r>
              <a:rPr lang="en-GB" sz="1400"/>
              <a:t>Build a responsive Anime Quiz Portal with multi-category quizzes, scoring logic, timed challenges, and leaderboard integration for competitive engagement.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Our Solution — Anime Quiz Portal</a:t>
            </a:r>
          </a:p>
        </p:txBody>
      </p:sp>
      <p:sp>
        <p:nvSpPr>
          <p:cNvPr id="82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400"/>
              <a:t>A fully responsive, browser-based quiz platform built with HTML5, CSS3 and JavaScript featuring:</a:t>
            </a:r>
          </a:p>
          <a:p>
            <a:pPr indent="-342900" lvl="0" marL="457200" rtl="0" algn="l">
              <a:spcBef>
                <a:spcPts val="200"/>
              </a:spcBef>
              <a:spcAft>
                <a:spcPts val="200"/>
              </a:spcAft>
              <a:buSzPts val="1400"/>
              <a:buAutoNum type="arabicPeriod"/>
            </a:pPr>
            <a:r>
              <a:rPr lang="en-GB" sz="1400" b="1"/>
              <a:t xml:space="preserve">5-Page Navigation: </a:t>
            </a:r>
            <a:r>
              <a:rPr lang="en-GB" sz="1400"/>
              <a:t>Home, Play, Anime Specials, Leaderboard, Forum</a:t>
            </a:r>
          </a:p>
          <a:p>
            <a:pPr indent="-342900" lvl="0" marL="457200" rtl="0" algn="l">
              <a:spcBef>
                <a:spcPts val="200"/>
              </a:spcBef>
              <a:spcAft>
                <a:spcPts val="200"/>
              </a:spcAft>
              <a:buSzPts val="1400"/>
              <a:buAutoNum type="arabicPeriod"/>
            </a:pPr>
            <a:r>
              <a:rPr lang="en-GB" sz="1400" b="1"/>
              <a:t xml:space="preserve">4 Genre Categories: </a:t>
            </a:r>
            <a:r>
              <a:rPr lang="en-GB" sz="1400"/>
              <a:t>Action, Romance, Fantasy, Classics — 10 questions each</a:t>
            </a:r>
          </a:p>
          <a:p>
            <a:pPr indent="-342900" lvl="0" marL="457200" rtl="0" algn="l">
              <a:spcBef>
                <a:spcPts val="200"/>
              </a:spcBef>
              <a:spcAft>
                <a:spcPts val="200"/>
              </a:spcAft>
              <a:buSzPts val="1400"/>
              <a:buAutoNum type="arabicPeriod"/>
            </a:pPr>
            <a:r>
              <a:rPr lang="en-GB" sz="1400" b="1"/>
              <a:t xml:space="preserve">7 Anime Specials: </a:t>
            </a:r>
            <a:r>
              <a:rPr lang="en-GB" sz="1400"/>
              <a:t>Bleach, Naruto, JJK, Demon Slayer, One Piece, AOT, Vinland Saga — 13 Qs each (3 open-ended)</a:t>
            </a:r>
          </a:p>
          <a:p>
            <a:pPr indent="-342900" lvl="0" marL="457200" rtl="0" algn="l">
              <a:spcBef>
                <a:spcPts val="200"/>
              </a:spcBef>
              <a:spcAft>
                <a:spcPts val="200"/>
              </a:spcAft>
              <a:buSzPts val="1400"/>
              <a:buAutoNum type="arabicPeriod"/>
            </a:pPr>
            <a:r>
              <a:rPr lang="en-GB" sz="1400" b="1"/>
              <a:t xml:space="preserve">Timed Scoring: </a:t>
            </a:r>
            <a:r>
              <a:rPr lang="en-GB" sz="1400"/>
              <a:t>15s MCQ / 30s open-ended; speed bonus points per correct answer</a:t>
            </a:r>
          </a:p>
          <a:p>
            <a:pPr indent="-342900" lvl="0" marL="457200" rtl="0" algn="l">
              <a:spcBef>
                <a:spcPts val="200"/>
              </a:spcBef>
              <a:spcAft>
                <a:spcPts val="200"/>
              </a:spcAft>
              <a:buSzPts val="1400"/>
              <a:buAutoNum type="arabicPeriod"/>
            </a:pPr>
            <a:r>
              <a:rPr lang="en-GB" sz="1400" b="1"/>
              <a:t xml:space="preserve">LocalStorage Leaderboard: </a:t>
            </a:r>
            <a:r>
              <a:rPr lang="en-GB" sz="1400"/>
              <a:t>Persistent rankings with badge tiers (Rookie → Transcendent)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Working — Technical Implementation</a:t>
            </a:r>
          </a:p>
        </p:txBody>
      </p:sp>
      <p:sp>
        <p:nvSpPr>
          <p:cNvPr id="92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400" b="1">
                <a:solidFill>
                  <a:srgbClr val="A81B50"/>
                </a:solidFill>
              </a:rPr>
              <a:t xml:space="preserve">HTML5: </a:t>
            </a:r>
            <a:r>
              <a:rPr lang="en-GB" sz="1400"/>
              <a:t>Quiz category selection (Action, Romance, Fantasy, Classics, 7 Specials), question panel (MCQ + open-ended), timer, score counter, leaderboard, forum. Nav tabs: Home, Play, Specials, Leaderboard, Forum.</a:t>
            </a:r>
          </a:p>
          <a:p>
            <a:pPr indent="0" lvl="0" marL="0" rtl="0" algn="l">
              <a:spcBef>
                <a:spcPts val="400"/>
              </a:spcBef>
              <a:spcAft>
                <a:spcPts val="200"/>
              </a:spcAft>
              <a:buNone/>
            </a:pPr>
            <a:r>
              <a:rPr lang="en-GB" sz="1400" b="1">
                <a:solidFill>
                  <a:srgbClr val="A81B50"/>
                </a:solidFill>
              </a:rPr>
              <a:t xml:space="preserve">CSS3: </a:t>
            </a:r>
            <a:r>
              <a:rPr lang="en-GB" sz="1400"/>
              <a:t>Dark anime-themed UI (#0d0d1a base) with card-style layouts, CSS variables, animated transitions, glowing accents, responsive grid design, and gold-highlighted Specials section.</a:t>
            </a:r>
          </a:p>
          <a:p>
            <a:pPr indent="0" lvl="0" marL="0" rtl="0" algn="l">
              <a:spcBef>
                <a:spcPts val="400"/>
              </a:spcBef>
              <a:spcAft>
                <a:spcPts val="200"/>
              </a:spcAft>
              <a:buNone/>
            </a:pPr>
            <a:r>
              <a:rPr lang="en-GB" sz="1400" b="1">
                <a:solidFill>
                  <a:srgbClr val="A81B50"/>
                </a:solidFill>
              </a:rPr>
              <a:t xml:space="preserve">JavaScript: </a:t>
            </a:r>
            <a:r>
              <a:rPr lang="en-GB" sz="1400"/>
              <a:t>91-question bank across 11 categories; MCQ answer validation; open-ended fuzzy matching with aliases; countdown timer (15s/30s); score calculation (100 + time bonus); localStorage leaderboard; level-based badge system.</a:t>
            </a:r>
          </a:p>
          <a:p>
            <a:pPr indent="0" lvl="0" marL="0" rtl="0" algn="l">
              <a:spcBef>
                <a:spcPts val="400"/>
              </a:spcBef>
              <a:spcAft>
                <a:spcPts val="200"/>
              </a:spcAft>
              <a:buNone/>
            </a:pPr>
            <a:r>
              <a:rPr lang="en-GB" sz="1400" b="1">
                <a:solidFill>
                  <a:srgbClr val="A81B50"/>
                </a:solidFill>
              </a:rPr>
              <a:t xml:space="preserve">Figma Design Flow: </a:t>
            </a:r>
            <a:r>
              <a:rPr lang="en-GB" sz="1400"/>
              <a:t>Category Selection → Quiz Round → Score Summary → Leaderboard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le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A81B50"/>
                </a:solidFill>
              </a:rPr>
              <a:t>Product Building, Pricing Strategy &amp; Conclusion</a:t>
            </a:r>
          </a:p>
        </p:txBody>
      </p:sp>
      <p:sp>
        <p:nvSpPr>
          <p:cNvPr id="102" name="Body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GB" sz="1400" b="1">
                <a:solidFill>
                  <a:srgbClr val="A81B50"/>
                </a:solidFill>
              </a:rPr>
              <a:t xml:space="preserve">Product: </a:t>
            </a:r>
            <a:r>
              <a:rPr lang="en-GB" sz="1400"/>
              <a:t>Users select anime categories, answer timed trivia, and earn points for correct and fast responses. Difficulty escalates in Specials. Rankings stored in leaderboard to drive competition.</a:t>
            </a:r>
          </a:p>
          <a:p>
            <a:pPr indent="0" lvl="0" marL="0" rtl="0" algn="l">
              <a:spcBef>
                <a:spcPts val="400"/>
              </a:spcBef>
              <a:spcAft>
                <a:spcPts val="200"/>
              </a:spcAft>
              <a:buNone/>
            </a:pPr>
            <a:r>
              <a:rPr lang="en-GB" sz="1400" b="1">
                <a:solidFill>
                  <a:srgbClr val="A81B50"/>
                </a:solidFill>
              </a:rPr>
              <a:t xml:space="preserve">Pricing Strategy: </a:t>
            </a:r>
            <a:r>
              <a:rPr lang="en-GB" sz="1400"/>
              <a:t>Free basic anime categories | Premium exclusive quiz packs (Fantasy, Classics) | Tournament mode | Achievement badges and ranking tiers</a:t>
            </a: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rPr lang="en-GB" sz="1400" b="1">
                <a:solidFill>
                  <a:srgbClr val="A81B50"/>
                </a:solidFill>
              </a:rPr>
              <a:t xml:space="preserve">Conclusion: </a:t>
            </a:r>
            <a:r>
              <a:rPr lang="en-GB" sz="1400"/>
              <a:t>The Anime Quiz Portal successfully addresses the gap in structured, competitive anime trivia platforms. With 91 hard questions across 11 categories, open-ended Specials, real-time scoring, and persistent leaderboards, it delivers an engaging and scalable fan experience using only core web technologies.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